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56726a72c4458b" /><Relationship Type="http://schemas.openxmlformats.org/officeDocument/2006/relationships/extended-properties" Target="/docProps/app.xml" Id="R144bc086efbf421a" /><Relationship Type="http://schemas.openxmlformats.org/officeDocument/2006/relationships/officeDocument" Target="/ppt/presentation.xml" Id="R744cfc7f914247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06529837834464"/>
  </p:sldMasterIdLst>
  <p:notesMasterIdLst>
    <p:notesMasterId xmlns:r="http://schemas.openxmlformats.org/officeDocument/2006/relationships" r:id="R36676431f2a54c7c"/>
  </p:notesMasterIdLst>
  <p:sldIdLst>
    <p:sldId xmlns:r="http://schemas.openxmlformats.org/officeDocument/2006/relationships" id="256" r:id="Rd42694138b984fb5"/>
    <p:sldId xmlns:r="http://schemas.openxmlformats.org/officeDocument/2006/relationships" id="257" r:id="R74e4761a65d04de2"/>
    <p:sldId xmlns:r="http://schemas.openxmlformats.org/officeDocument/2006/relationships" id="258" r:id="Ra13de21d60b442c9"/>
    <p:sldId xmlns:r="http://schemas.openxmlformats.org/officeDocument/2006/relationships" id="259" r:id="R9e8036d70de843d7"/>
    <p:sldId xmlns:r="http://schemas.openxmlformats.org/officeDocument/2006/relationships" id="260" r:id="R204ca5ddb72f4b6f"/>
    <p:sldId xmlns:r="http://schemas.openxmlformats.org/officeDocument/2006/relationships" id="261" r:id="R55e9acf5f2bb4fe4"/>
    <p:sldId xmlns:r="http://schemas.openxmlformats.org/officeDocument/2006/relationships" id="262" r:id="R8272fa2ff69b4acd"/>
    <p:sldId xmlns:r="http://schemas.openxmlformats.org/officeDocument/2006/relationships" id="263" r:id="R3c226135867d4951"/>
    <p:sldId xmlns:r="http://schemas.openxmlformats.org/officeDocument/2006/relationships" id="264" r:id="R8b4d2abda97c486c"/>
    <p:sldId xmlns:r="http://schemas.openxmlformats.org/officeDocument/2006/relationships" id="265" r:id="R02c7b7f571264e56"/>
    <p:sldId xmlns:r="http://schemas.openxmlformats.org/officeDocument/2006/relationships" id="266" r:id="R2c878c72d024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c5a8f0d7b42e0" /><Relationship Type="http://schemas.openxmlformats.org/officeDocument/2006/relationships/slideMaster" Target="/ppt/slideMasters/slideMaster1.xml" Id="Ra006529837834464" /><Relationship Type="http://schemas.openxmlformats.org/officeDocument/2006/relationships/notesMaster" Target="/ppt/notesMasters/notesMaster1.xml" Id="R36676431f2a54c7c" /><Relationship Type="http://schemas.openxmlformats.org/officeDocument/2006/relationships/presProps" Target="/ppt/presProps.xml" Id="R84d15aaa39794933" /><Relationship Type="http://schemas.openxmlformats.org/officeDocument/2006/relationships/tableStyles" Target="/ppt/tableStyles.xml" Id="R204b5716574f4e0d" /><Relationship Type="http://schemas.openxmlformats.org/officeDocument/2006/relationships/slide" Target="/ppt/slides/slide1.xml" Id="Rd42694138b984fb5" /><Relationship Type="http://schemas.openxmlformats.org/officeDocument/2006/relationships/slide" Target="/ppt/slides/slide2.xml" Id="R74e4761a65d04de2" /><Relationship Type="http://schemas.openxmlformats.org/officeDocument/2006/relationships/slide" Target="/ppt/slides/slide3.xml" Id="Ra13de21d60b442c9" /><Relationship Type="http://schemas.openxmlformats.org/officeDocument/2006/relationships/slide" Target="/ppt/slides/slide4.xml" Id="R9e8036d70de843d7" /><Relationship Type="http://schemas.openxmlformats.org/officeDocument/2006/relationships/slide" Target="/ppt/slides/slide5.xml" Id="R204ca5ddb72f4b6f" /><Relationship Type="http://schemas.openxmlformats.org/officeDocument/2006/relationships/slide" Target="/ppt/slides/slide6.xml" Id="R55e9acf5f2bb4fe4" /><Relationship Type="http://schemas.openxmlformats.org/officeDocument/2006/relationships/slide" Target="/ppt/slides/slide7.xml" Id="R8272fa2ff69b4acd" /><Relationship Type="http://schemas.openxmlformats.org/officeDocument/2006/relationships/slide" Target="/ppt/slides/slide8.xml" Id="R3c226135867d4951" /><Relationship Type="http://schemas.openxmlformats.org/officeDocument/2006/relationships/slide" Target="/ppt/slides/slide9.xml" Id="R8b4d2abda97c486c" /><Relationship Type="http://schemas.openxmlformats.org/officeDocument/2006/relationships/slide" Target="/ppt/slides/slide10.xml" Id="R02c7b7f571264e56" /><Relationship Type="http://schemas.openxmlformats.org/officeDocument/2006/relationships/slide" Target="/ppt/slides/slide11.xml" Id="R2c878c72d024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01fddfa434e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24352cc23443c" /><Relationship Type="http://schemas.openxmlformats.org/officeDocument/2006/relationships/notesMaster" Target="/ppt/notesMasters/notesMaster1.xml" Id="R4fb9c2d1931b48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c0a68dccf4bcf" /><Relationship Type="http://schemas.openxmlformats.org/officeDocument/2006/relationships/notesMaster" Target="/ppt/notesMasters/notesMaster1.xml" Id="R2dfb7ea9cbee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4949e50238456c" /><Relationship Type="http://schemas.openxmlformats.org/officeDocument/2006/relationships/notesMaster" Target="/ppt/notesMasters/notesMaster1.xml" Id="Rfc66c695465949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55302c7373488b" /><Relationship Type="http://schemas.openxmlformats.org/officeDocument/2006/relationships/notesMaster" Target="/ppt/notesMasters/notesMaster1.xml" Id="R1555052d7149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834aa4248d419b" /><Relationship Type="http://schemas.openxmlformats.org/officeDocument/2006/relationships/notesMaster" Target="/ppt/notesMasters/notesMaster1.xml" Id="R8b668f4caaf84b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6b94c8e79e4042" /><Relationship Type="http://schemas.openxmlformats.org/officeDocument/2006/relationships/notesMaster" Target="/ppt/notesMasters/notesMaster1.xml" Id="R7ea064fa446a4b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8f01ee2f4c43dd" /><Relationship Type="http://schemas.openxmlformats.org/officeDocument/2006/relationships/notesMaster" Target="/ppt/notesMasters/notesMaster1.xml" Id="R703d8326c9f44b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1faf2ba8e443f" /><Relationship Type="http://schemas.openxmlformats.org/officeDocument/2006/relationships/notesMaster" Target="/ppt/notesMasters/notesMaster1.xml" Id="R6059ce1cf4c4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e1c9d772df44ed" /><Relationship Type="http://schemas.openxmlformats.org/officeDocument/2006/relationships/notesMaster" Target="/ppt/notesMasters/notesMaster1.xml" Id="R04470d79517144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8e3c8379d248cb" /><Relationship Type="http://schemas.openxmlformats.org/officeDocument/2006/relationships/notesMaster" Target="/ppt/notesMasters/notesMaster1.xml" Id="R53ba34c616a74a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68f98340744b00" /><Relationship Type="http://schemas.openxmlformats.org/officeDocument/2006/relationships/notesMaster" Target="/ppt/notesMasters/notesMaster1.xml" Id="R1d7d32d2327b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Clearance product and engineering presentation. Application built in this repository. Status as verified on 13 October 2026. The product supports readiness review, not legal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src/Landing.tsx, src/Workspace.tsx. Screenshot captured from local application using isolated sample data. Pricing is proposed preview pricing, not enabled billing.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src/Workspace.tsx. Screenshot is the sample workspace. Readiness percentage reflects approved evidence for selected starter controls, not legal compliance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src/Onboarding.tsx and server/catalog.ts. The starter catalog includes candidate/readiness controls, not full standards text or an exhaustive statutory mapping. ISO/IEC 42001 is the AI management system standard referenced by the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server/engine.ts and agents/AGENTS.md. The implementation uses deterministic workflow roles plus optional OpenAI Responses research. It does not represent five independent model agents. Research requires both deployment-level permission and project opt-in.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server/app.ts, server/engine.ts and src/Workspace.tsx. Evidence is submitted and explicitly approved by the owner. Model output cannot approve evidence. Sample screenshot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server/mcp.ts, scripts/compliance-gate.mjs, skills/compliance-assessment/SKILL.md and examples/compliance-gate.yml. MCP uses Streamable HTTP with scoped bearer keys. API keys cannot approve evidence. Screenshot from sample workspace, without credentials.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Dockerfile, compose.yaml, server/config.ts, server/providers.ts and README.md. Docker configuration is supplied but actual image/container execution was not verified because the local engine was unresponsive. Offline/on-prem core works without model or messaging providers, with availability boundaries described in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server/auth.ts, server/app.ts, server/config.ts and README.md. Security features are implementation facts, not a penetration-test or certification claim. External model research receives the declared profile rather than evidence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docs/VERIFICATION.md. Final checks on 13 October 2026: build and 36 Vitest tests passed, same suite passed with PostgreSQL 18.4, four Playwright flows passed, compiled production smoke passed with PostgreSQL, npm audit --omit=dev reported zero known vulnerabilities. Provider tests use mocks. Docker engine was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docs/VERIFICATION.md. No live Google OAuth, Brevo email, Twilio SMS/WhatsApp or billable OpenAI request was made. Pricing is illustrative, billing is not implemented. Team RBAC, SAML, MFA recovery codes and deletion automation are outside this first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f582f957147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2709cd71b4a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d257230e248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ae892300c49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320b5a5214e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907d45991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6F40CC-E540-41B1-BC41-D30A60E4D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5F736F-9974-4B5D-8519-51F7E2C32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891C9B-6799-401D-A398-7C094BF6E1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B868F8-A970-4B6D-8EA1-4A8C48CFD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EBCB43-355F-4857-981C-11E6BA8156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D26A75-2D6F-4E3E-9422-E9B5C7D3F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55BD8-D68F-4509-A716-C4BEA33561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9AC524-947C-4B3A-9514-29E22269EE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C799FC-3CA6-49D6-8577-7CE66C940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B696EF-BB7C-48F1-84CC-FA0C0538F0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c3ec0210d4ad4" /><Relationship Type="http://schemas.openxmlformats.org/officeDocument/2006/relationships/slideLayout" Target="/ppt/slideLayouts/slideLayout1.xml" Id="Redfe6b7c68c844af" /><Relationship Type="http://schemas.openxmlformats.org/officeDocument/2006/relationships/slideLayout" Target="/ppt/slideLayouts/slideLayout2.xml" Id="R552f7861c6ea477f" /><Relationship Type="http://schemas.openxmlformats.org/officeDocument/2006/relationships/slideLayout" Target="/ppt/slideLayouts/slideLayout3.xml" Id="Rb9be58f07f39427b" /><Relationship Type="http://schemas.openxmlformats.org/officeDocument/2006/relationships/slideLayout" Target="/ppt/slideLayouts/slideLayout4.xml" Id="R923fa14ff5784758" /><Relationship Type="http://schemas.openxmlformats.org/officeDocument/2006/relationships/slideLayout" Target="/ppt/slideLayouts/slideLayout5.xml" Id="Rfe3be73b45e242c2" /><Relationship Type="http://schemas.openxmlformats.org/officeDocument/2006/relationships/slideLayout" Target="/ppt/slideLayouts/slideLayout6.xml" Id="R105696e2675e4c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e6b7c68c844af"/>
    <p:sldLayoutId xmlns:r="http://schemas.openxmlformats.org/officeDocument/2006/relationships" id="2147483650" r:id="R552f7861c6ea477f"/>
    <p:sldLayoutId xmlns:r="http://schemas.openxmlformats.org/officeDocument/2006/relationships" id="2147483651" r:id="Rb9be58f07f39427b"/>
    <p:sldLayoutId xmlns:r="http://schemas.openxmlformats.org/officeDocument/2006/relationships" id="2147483652" r:id="R923fa14ff5784758"/>
    <p:sldLayoutId xmlns:r="http://schemas.openxmlformats.org/officeDocument/2006/relationships" id="2147483653" r:id="Rfe3be73b45e242c2"/>
    <p:sldLayoutId xmlns:r="http://schemas.openxmlformats.org/officeDocument/2006/relationships" id="2147483654" r:id="R105696e2675e4c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7c1da43784182" /><Relationship Type="http://schemas.openxmlformats.org/officeDocument/2006/relationships/notesSlide" Target="/ppt/notesSlides/notesSlide1.xml" Id="Re2aecebebddc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09f0c61614527" /><Relationship Type="http://schemas.openxmlformats.org/officeDocument/2006/relationships/image" Target="/ppt/media/image.png" Id="R2385ad864abb4dfb" /><Relationship Type="http://schemas.openxmlformats.org/officeDocument/2006/relationships/notesSlide" Target="/ppt/notesSlides/notesSlide2.xml" Id="R5f524f31d5f24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3816de5a742f3" /><Relationship Type="http://schemas.openxmlformats.org/officeDocument/2006/relationships/image" Target="/ppt/media/image2.png" Id="Rdad5f59fe145417d" /><Relationship Type="http://schemas.openxmlformats.org/officeDocument/2006/relationships/notesSlide" Target="/ppt/notesSlides/notesSlide3.xml" Id="Re2c3d22d910f48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32d941ddc4465" /><Relationship Type="http://schemas.openxmlformats.org/officeDocument/2006/relationships/notesSlide" Target="/ppt/notesSlides/notesSlide4.xml" Id="R0c9aa7467ead4e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e23d37a6e47a9" /><Relationship Type="http://schemas.openxmlformats.org/officeDocument/2006/relationships/image" Target="/ppt/media/image3.png" Id="R0f663c914e874fff" /><Relationship Type="http://schemas.openxmlformats.org/officeDocument/2006/relationships/notesSlide" Target="/ppt/notesSlides/notesSlide5.xml" Id="Ra2450587d32e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d26ed783e47d2" /><Relationship Type="http://schemas.openxmlformats.org/officeDocument/2006/relationships/image" Target="/ppt/media/image4.png" Id="R6e42f1a3f10a4f58" /><Relationship Type="http://schemas.openxmlformats.org/officeDocument/2006/relationships/notesSlide" Target="/ppt/notesSlides/notesSlide6.xml" Id="R0310b5b16e6d47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5ee7d4ddd4e29" /><Relationship Type="http://schemas.openxmlformats.org/officeDocument/2006/relationships/image" Target="/ppt/media/image5.png" Id="Rc3221828338d4083" /><Relationship Type="http://schemas.openxmlformats.org/officeDocument/2006/relationships/notesSlide" Target="/ppt/notesSlides/notesSlide7.xml" Id="R4ff25bfc410646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42613b39642b0" /><Relationship Type="http://schemas.openxmlformats.org/officeDocument/2006/relationships/notesSlide" Target="/ppt/notesSlides/notesSlide8.xml" Id="Rbce87d58c1b744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a3314b4c64570" /><Relationship Type="http://schemas.openxmlformats.org/officeDocument/2006/relationships/notesSlide" Target="/ppt/notesSlides/notesSlide9.xml" Id="R8f1c63da328449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71343e4fa4768" /><Relationship Type="http://schemas.openxmlformats.org/officeDocument/2006/relationships/notesSlide" Target="/ppt/notesSlides/notesSlide10.xml" Id="R72c12bd8ef2b49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02fd6949b4109" /><Relationship Type="http://schemas.openxmlformats.org/officeDocument/2006/relationships/notesSlide" Target="/ppt/notesSlides/notesSlide11.xml" Id="R6f163014afca47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23189-A79C-4056-A93F-0918B82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1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734B8-BACF-4E02-9F28-E0AF753D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34194-61DA-469F-9DBA-5AA144CD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compliance,</a:t>
            </a:r>
          </a:p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you can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092AF-CD14-4E10-BC3D-D0ADB2DA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PRODUCT &amp; ENGINEERING   /  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0313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46E10-68CE-44B3-950A-EE21D50E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A workspace for compliance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EB716-F96B-4AAD-85A3-36C88D22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F3559-AB85-4374-AB96-82CEF103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Product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6E21A-D4BC-432E-BD57-1170385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Industry, markets, software type, audience and data practices.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D238-5E16-470E-A460-63E8DB41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A reviewable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4FEB6-33B8-487F-90B5-B1EC919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Candidate requirements, evidence gaps and a release gate.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E7A11-2866-4CD7-974F-18461408F8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5ad864abb4dfb"/>
          <a:stretch xmlns:a="http://schemas.openxmlformats.org/drawingml/2006/main"/>
        </p:blipFill>
        <p:spPr>
          <a:xfrm xmlns:a="http://schemas.openxmlformats.org/drawingml/2006/main">
            <a:off x="4714875" y="1498203"/>
            <a:ext cx="7000875" cy="48617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77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7732-AD80-4A7F-A8C3-030C6C01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The product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984CF-6C82-4CF3-BACF-0DE05CE9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59840-8CD7-45CD-B739-1027B2EF7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5f59fe145417d"/>
          <a:stretch xmlns:a="http://schemas.openxmlformats.org/drawingml/2006/main"/>
        </p:blipFill>
        <p:spPr>
          <a:xfrm xmlns:a="http://schemas.openxmlformats.org/drawingml/2006/main">
            <a:off x="2337816" y="1381125"/>
            <a:ext cx="7516368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9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2FAED-8857-4EC0-8ADF-4FD2221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Requirements start with product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7274E-46AB-4C74-8754-2AAA133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3C59F-9BA0-4BC8-B626-E91A20D6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Declared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BCB9A-279D-4265-B340-6F16633B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SaaS, mobile and embedded software</a:t>
            </a:r>
          </a:p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Industry and target markets</a:t>
            </a:r>
          </a:p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Consumer or business customers</a:t>
            </a:r>
          </a:p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Personal data and AI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AEF93-6008-4687-B800-3614406C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022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Candidate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91E83-15AB-41BF-BB30-55FB25DD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50101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Privacy and consumer obligations</a:t>
            </a:r>
          </a:p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Mobile disclosures and permissions</a:t>
            </a:r>
          </a:p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AI governance and ISO/IEC 42001</a:t>
            </a:r>
          </a:p>
          <a:p xmlns:a="http://schemas.openxmlformats.org/drawingml/2006/main">
            <a:pPr>
              <a:defRPr sz="21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Custom internal policies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69913-963F-4FCA-A587-F6754428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Applicability needs qualified review before a production launch.</a:t>
            </a:r>
          </a:p>
        </p:txBody>
      </p:sp>
    </p:spTree>
    <p:extLst>
      <p:ext uri="{BB962C8B-B14F-4D97-AF65-F5344CB8AC3E}">
        <p14:creationId xmlns:p14="http://schemas.microsoft.com/office/powerpoint/2010/main" val="417150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21334-FBA9-472B-8E0A-645728FD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A visible assessment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D0E60-8420-4685-BB9A-A25A1B8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1D71-9904-49E2-9415-CBB2D08C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714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Discovery</a:t>
            </a:r>
          </a:p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Regulatory analysis</a:t>
            </a:r>
          </a:p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Evidence review</a:t>
            </a:r>
          </a:p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Optional research</a:t>
            </a:r>
          </a:p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Release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72C70-1257-433F-839F-F42B5D2D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Timestamped events preserve</a:t>
            </a:r>
          </a:p>
          <a:p xmlns:a="http://schemas.openxmlformats.org/drawingml/2006/main">
            <a:pPr>
              <a:defRPr sz="18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what happened during each run.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45CB2-6FF0-4855-AB94-A3B7DEE54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63c914e874fff"/>
          <a:stretch xmlns:a="http://schemas.openxmlformats.org/drawingml/2006/main"/>
        </p:blipFill>
        <p:spPr>
          <a:xfrm xmlns:a="http://schemas.openxmlformats.org/drawingml/2006/main">
            <a:off x="4528947" y="1428750"/>
            <a:ext cx="7077456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2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CC9BA-70D1-4CF2-880A-F1AC8DD2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Evidence remains under 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7D165-66EE-48B2-A161-1E3F043F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36AC6-93B6-4E1D-8A26-F37FE936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2B177-A5EF-4756-9374-5324110E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Attach a record to the</a:t>
            </a:r>
          </a:p>
          <a:p xmlns:a="http://schemas.openxmlformats.org/drawingml/2006/main">
            <a: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requirement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AC92B-5846-45E6-A32F-90DE855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7FEB9-D3A8-4A2D-98C4-71FF6259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Approve or reject explicitly.</a:t>
            </a:r>
          </a:p>
          <a:p xmlns:a="http://schemas.openxmlformats.org/drawingml/2006/main">
            <a:pPr>
              <a:defRPr sz="202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Changes invalidate prior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52647-D14B-4BBC-A477-A8D0F58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Approval is a human decision.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4E755-AA09-4D93-86D6-6EC814BB01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2f1a3f10a4f58"/>
          <a:stretch xmlns:a="http://schemas.openxmlformats.org/drawingml/2006/main"/>
        </p:blipFill>
        <p:spPr>
          <a:xfrm xmlns:a="http://schemas.openxmlformats.org/drawingml/2006/main">
            <a:off x="4528947" y="1428750"/>
            <a:ext cx="7077456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05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6E3C6-D1F7-4DCF-859A-0CFBC15C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MCP and CI use the same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D8EC3-8EB6-40A4-8950-8FD972B3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1B0A4-3A95-4F02-A0C1-17912B3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MCP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6A758-ECD8-4B46-A192-59D3FFE2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3762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List projects, run assessments,</a:t>
            </a:r>
          </a:p>
          <a:p xmlns:a="http://schemas.openxmlformats.org/drawingml/2006/main">
            <a: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submit evidence and read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3F7CC-539C-4D3F-8B90-5110B7B8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CI release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C4CA-B1FF-4D43-89F6-D05D077E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3762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Block missing, stale or changed</a:t>
            </a:r>
          </a:p>
          <a:p xmlns:a="http://schemas.openxmlformats.org/drawingml/2006/main">
            <a: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assessments and unresolved</a:t>
            </a:r>
          </a:p>
          <a:p xmlns:a="http://schemas.openxmlformats.org/drawingml/2006/main">
            <a:pPr>
              <a:defRPr sz="19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high-priority evidence gaps.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5127A-27BF-464C-BBB5-143412B485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21828338d4083"/>
          <a:stretch xmlns:a="http://schemas.openxmlformats.org/drawingml/2006/main"/>
        </p:blipFill>
        <p:spPr>
          <a:xfrm xmlns:a="http://schemas.openxmlformats.org/drawingml/2006/main">
            <a:off x="4528947" y="1428750"/>
            <a:ext cx="7077456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91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038B2-4547-4360-A288-8731BB7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Deployment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83603-DC74-4FDF-A8AB-82CC2E16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83B9F-F4B6-4FA3-A8A6-92846F9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50185-A1D6-4692-9A4D-50FCEB73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49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React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6F2A2-F853-4921-A974-189E8C67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Responsive workspace and landing page, served with the Node.js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5B86D-3317-4D62-8DB7-B0E9ADB6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2FEDE-D10E-408C-985B-9A78DF97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908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Node.js API and 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DE14B-1AC8-43D2-800B-00BF346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576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Authentication, projects, evidence, assessment history, audit events and scoped MCP.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3CCEA-ADD0-4C93-8937-1B83D92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8BE99-182A-4622-9115-B685DA6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67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Optional external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27B5D-01CB-4DF3-B4EC-0179BC2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Google sign-in, Brevo email, Twilio Verify and OpenAI research. On-prem deployment supported.</a:t>
            </a:r>
          </a:p>
        </p:txBody>
      </p:sp>
    </p:spTree>
    <p:extLst>
      <p:ext uri="{BB962C8B-B14F-4D97-AF65-F5344CB8AC3E}">
        <p14:creationId xmlns:p14="http://schemas.microsoft.com/office/powerpoint/2010/main" val="1768368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88009-1E70-40FF-95E0-13F9EA87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6CD00-E177-4B99-936B-ABFC7A55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1D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F47C8-A564-439E-9B1A-BAAF5CB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54262-5F84-4B86-9834-54B0BE94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24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and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3EBCF-24EC-435F-A03F-BDDEC65D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AD1D8"/>
                </a:solidFill>
                <a:latin typeface="Arial"/>
                <a:ea typeface="Arial"/>
                <a:cs typeface="Arial"/>
              </a:rPr>
              <a:t>Scrypt passwords, hashed tokens, secure production cookies, tenant isolation and rate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C1F94-9E5D-446E-8035-4716536F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4DFB5-795F-4FFA-9ABC-9DD7417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Explicit external processing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AAB70-A85E-4DDD-9767-8A0F859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AD1D8"/>
                </a:solidFill>
                <a:latin typeface="Arial"/>
                <a:ea typeface="Arial"/>
                <a:cs typeface="Arial"/>
              </a:rPr>
              <a:t>Research is opt-in. Evidence text stays local. Provider availability is visible in the interface.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CB2DE-FB53-499A-BB3D-55E6656B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BD2AB-409A-4939-8DB4-2F5F052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339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deployment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D59DE-98CC-4E91-9527-4556C846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006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AD1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AD1D8"/>
                </a:solidFill>
                <a:latin typeface="Arial"/>
                <a:ea typeface="Arial"/>
                <a:cs typeface="Arial"/>
              </a:rPr>
              <a:t>Production requires PostgreSQL and HTTPS URLs. Demo access is disabled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2117469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4F486-DC0F-426A-B42B-0DEBE6E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Verified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6FFAC-A2E3-4343-96AD-0DB06C98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0AAAB-B81A-49BC-857A-5614B18E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5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5B9E5-AADC-426D-906A-7B168E4B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97C06-2907-4FAC-BB4F-C9A2B071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API, auth, isolation, MCP,</a:t>
            </a:r>
          </a:p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gates and provider contracts.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51BBD-0EC9-4AF5-BB68-58968ED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573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5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10021-C39D-4C05-BAE6-0FB7F40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52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Browser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2525F-4EE5-49AD-B6FF-1F37735D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147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Desktop workflow, mobile</a:t>
            </a:r>
          </a:p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layout and authentication UI.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963E8-B35E-41A7-8501-BE9AF2D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88595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192A2-3BB4-4F32-972F-813746ED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952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Real 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629C2-079A-47FB-9265-2E9D1CA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14725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Full test suite and a compiled</a:t>
            </a:r>
          </a:p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production server smoke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315CD-750C-4F1C-A4DB-4CF93C23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Live provider delivery and Docker execution still need operational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19406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5EFFF-75D0-4E37-8450-BC0F01B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Production launch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BA6BE-30E9-4ACC-9392-682DABD7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38BA9-9463-47FE-A845-AB113061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AA5BB-6EFB-4701-A366-206C543A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573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Configure deployment and credentials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8EE4B-3893-48D2-A563-147BFAAE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24075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HTTPS ingress, database backups, Google OAuth, verified Brevo sender and Twilio Verify.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BC6CA-4432-4CDC-9D4F-7E9EDFE6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3E385-0F1E-4748-BE2E-972C8E5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Verify the operational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06212-8966-4AB1-8D55-46EEEACF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Run Docker checks and real provider flows with controlled accounts and recipients.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2C742-4EAD-45D8-BC54-DA4A439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F77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F77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BC877-AE26-4C38-BD0C-0B1A10CA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Complete the release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19909-532D-4C16-8F30-CDF7CBA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Validate legal applicability and operating procedures. Billing and team roles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205947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2026-10-13T19:14:27.5160000Z</dcterms:created>
  <dcterms:modified xsi:type="dcterms:W3CDTF">2026-10-13T19:14:27.5160000Z</dcterms:modified>
</coreProperties>
</file>